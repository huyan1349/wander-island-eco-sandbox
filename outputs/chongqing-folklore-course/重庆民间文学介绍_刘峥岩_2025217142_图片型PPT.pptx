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/Relationships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slide_0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slide_0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slide_0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slide_0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slide_0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slide_0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slide_0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slide_0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../media/slide_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Codex</Application>
  <PresentationFormat>16:9</PresentationFormat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重庆民间文学介绍</dc:title>
  <dc:creator>Codex</dc:creator>
  <cp:lastModifiedBy>Codex</cp:lastModifiedBy>
  <dcterms:created xsi:type="dcterms:W3CDTF">2026-06-18T00:00:00Z</dcterms:created>
  <dcterms:modified xsi:type="dcterms:W3CDTF">2026-06-18T00:00:00Z</dcterms:modified>
</cp:coreProperties>
</file>